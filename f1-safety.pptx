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55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3278" y="2076450"/>
            <a:ext cx="469744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1 Safety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3027387" y="3333750"/>
            <a:ext cx="308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Evolution of Safety Regulations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Dark Days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990725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1960s: Death Was Expected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543175"/>
            <a:ext cx="4572000" cy="1485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drivers died every year on average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tanks next to drivers' legs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overalls and thin leather helmets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barriers - just hay bales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Short-sleeved shirts, minimal protection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05400" y="1190625"/>
            <a:ext cx="3810000" cy="3333750"/>
          </a:xfrm>
          <a:prstGeom prst="roundRect">
            <a:avLst>
              <a:gd name="adj" fmla="val 2286"/>
            </a:avLst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67300" y="46005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1960s F1 Car: Minimal Safety Features</a:t>
            </a:r>
            <a:endParaRPr lang="en-US" sz="1050" dirty="0"/>
          </a:p>
        </p:txBody>
      </p:sp>
      <p:pic>
        <p:nvPicPr>
          <p:cNvPr id="1026" name="Picture 2" descr="The eight best F1 cars of the 1960s (List) | GR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6" r="15462"/>
          <a:stretch/>
        </p:blipFill>
        <p:spPr bwMode="auto">
          <a:xfrm>
            <a:off x="5143500" y="1190625"/>
            <a:ext cx="37592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Wake-Up Calls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819275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1994: Senna's Death Changed Everything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371725"/>
            <a:ext cx="4572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crash tests introduced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cockpit sides for protection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helmet standards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FIA finally said "enough"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8600" y="3895725"/>
            <a:ext cx="4663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came slowly, usually after tragedy.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05400" y="1190625"/>
            <a:ext cx="3810000" cy="3333750"/>
          </a:xfrm>
          <a:prstGeom prst="roundRect">
            <a:avLst>
              <a:gd name="adj" fmla="val 2286"/>
            </a:avLst>
          </a:prstGeom>
          <a:noFill/>
          <a:ln w="38100">
            <a:solidFill>
              <a:srgbClr val="1C1C1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913402" y="6825887"/>
            <a:ext cx="1942047" cy="122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Ayrton Senna: His tragic death prompted major safety reforms</a:t>
            </a:r>
            <a:endParaRPr lang="en-US" sz="1050" dirty="0"/>
          </a:p>
        </p:txBody>
      </p:sp>
      <p:pic>
        <p:nvPicPr>
          <p:cNvPr id="2050" name="Picture 2" descr="Ayrton Senna's chilling warning about driver safety hours before his tragic  death - The Mirr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481" y="1685925"/>
            <a:ext cx="3769919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1C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828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#1: HANS Device (2003)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2143125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Collar That Saves Lives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695575"/>
            <a:ext cx="4572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head from snapping forward in crashes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serious neck injuries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since 2003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Countless lives saved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05400" y="1190625"/>
            <a:ext cx="3810000" cy="3333750"/>
          </a:xfrm>
          <a:prstGeom prst="roundRect">
            <a:avLst>
              <a:gd name="adj" fmla="val 2286"/>
            </a:avLst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6266" y="4600575"/>
            <a:ext cx="757233" cy="5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 Device: Head and Neck Support</a:t>
            </a:r>
            <a:endParaRPr lang="en-US" sz="1050" dirty="0"/>
          </a:p>
        </p:txBody>
      </p:sp>
      <p:pic>
        <p:nvPicPr>
          <p:cNvPr id="3074" name="Picture 2" descr="Buy Hans Sport III Device 20 Degree Layback Angle, size Lar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651" y="1328737"/>
            <a:ext cx="2843498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1C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#2: The Halo (2018)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685925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Titanium Bar Above the Driver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238375"/>
            <a:ext cx="4572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Controversial at first - called "ugly"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Romain Grosjean's life in 2020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split in half and burst into flames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walked away - halo deflected the barrier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8600" y="3762375"/>
            <a:ext cx="46634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35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"Without it I wouldn't be able to speak with you today" - Grosjean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105400" y="1190625"/>
            <a:ext cx="3810000" cy="3333750"/>
          </a:xfrm>
          <a:prstGeom prst="roundRect">
            <a:avLst>
              <a:gd name="adj" fmla="val 2286"/>
            </a:avLst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67300" y="46005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Halo: Life-Saving Titanium Structure</a:t>
            </a:r>
            <a:endParaRPr lang="en-US" sz="1050" dirty="0"/>
          </a:p>
        </p:txBody>
      </p:sp>
      <p:pic>
        <p:nvPicPr>
          <p:cNvPr id="4098" name="Picture 2" descr="Tech Explained: Formula 1 Hal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r="11333"/>
          <a:stretch/>
        </p:blipFill>
        <p:spPr bwMode="auto">
          <a:xfrm>
            <a:off x="5105400" y="1423680"/>
            <a:ext cx="3810000" cy="260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C1C1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#3: The Survival Cell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2143125"/>
            <a:ext cx="46634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Fiber Cocoon of Protection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695575"/>
            <a:ext cx="4572000" cy="11811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Incredibly strong carbon fiber monocoque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can disintegrate around it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stays protected inside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crash testing before approval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105400" y="1190625"/>
            <a:ext cx="3810000" cy="3333750"/>
          </a:xfrm>
          <a:prstGeom prst="roundRect">
            <a:avLst>
              <a:gd name="adj" fmla="val 2286"/>
            </a:avLst>
          </a:prstGeom>
          <a:noFill/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67300" y="46005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Fiber Monocoque: The Driver's Protective Shell</a:t>
            </a:r>
            <a:endParaRPr lang="en-US" sz="105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29" y="1654872"/>
            <a:ext cx="3678141" cy="24052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0500" y="190500"/>
            <a:ext cx="44788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F1 Safety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8600" y="1966912"/>
            <a:ext cx="88605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Safety Features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2566988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" y="2909888"/>
            <a:ext cx="269245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Fireproof suits (withstand flames)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helmets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fuel formulations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25850" y="2700338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Safety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25850" y="3043238"/>
            <a:ext cx="26924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Energy-absorbing barriers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teams on-site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crash response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23099" y="2700338"/>
            <a:ext cx="2746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3099" y="3043238"/>
            <a:ext cx="2692450" cy="8763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crash tests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simulations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C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spent on safety R&amp;D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290</Words>
  <Application>Microsoft Office PowerPoint</Application>
  <PresentationFormat>Affichage à l'écran (16:9)</PresentationFormat>
  <Paragraphs>61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 1 Safety Evolution</dc:title>
  <dc:subject>PptxGenJS Presentation</dc:subject>
  <dc:creator>F1 Safety Presentation</dc:creator>
  <cp:lastModifiedBy>Lucas Duperray</cp:lastModifiedBy>
  <cp:revision>5</cp:revision>
  <dcterms:created xsi:type="dcterms:W3CDTF">2025-11-04T21:41:02Z</dcterms:created>
  <dcterms:modified xsi:type="dcterms:W3CDTF">2025-11-04T22:59:24Z</dcterms:modified>
</cp:coreProperties>
</file>